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60984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0"/>
            <a:ext cx="50292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E2A25"/>
                </a:solidFill>
                <a:latin typeface="Microsoft YaHei"/>
              </a:rPr>
              <a:t>MINIMAX CODE  ·  MAVIS 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852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版本对比交付（修订版）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20440"/>
            <a:ext cx="1280160" cy="45720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22191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C9D4E0"/>
                </a:solidFill>
                <a:latin typeface="Microsoft YaHei"/>
              </a:rPr>
              <a:t>改文件 · 留原版 · 出对比图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原版不动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递增版本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1336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可视对比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8699"/>
                </a:solidFill>
                <a:latin typeface="Microsoft YaHei"/>
              </a:rPr>
              <a:t>github.com/H-u-iCN/version-diff-delivery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2A25"/>
                </a:solidFill>
                <a:latin typeface="Microsoft YaHei"/>
              </a:rPr>
              <a:t>能力  / 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24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Microsoft YaHei"/>
              </a:rPr>
              <a:t>把「改了什么」变成看得见的产物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01952"/>
            <a:ext cx="1371600" cy="4114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2715768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2679191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原版不动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672" y="3172968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V0 永远留在原处，任何时候都能回到起点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2331720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331720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81635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79191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递增版本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72968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改动落在 _V1 / _V2，重名自动跳号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288536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288536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4672583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7731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4636007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对比图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5129783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代码 / 图片 / PPT / Word 各有对应的可视形式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4288536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4288536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9128" y="4672583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7731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636007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一行安装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129783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git clone 进 skills 目录，下个会话即生效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2A25"/>
                </a:solidFill>
                <a:latin typeface="Microsoft YaHei"/>
              </a:rPr>
              <a:t>流程  /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24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Microsoft YaHei"/>
              </a:rPr>
              <a:t>一轮迭代，三个动作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01952"/>
            <a:ext cx="1371600" cy="4114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查基线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脚本判定上一版是谁
下一版叫什么，不手算</a:t>
            </a:r>
          </a:p>
        </p:txBody>
      </p:sp>
      <p:sp>
        <p:nvSpPr>
          <p:cNvPr id="10" name="Chevron 9"/>
          <p:cNvSpPr/>
          <p:nvPr/>
        </p:nvSpPr>
        <p:spPr>
          <a:xfrm>
            <a:off x="4041648" y="3401568"/>
            <a:ext cx="320040" cy="384048"/>
          </a:xfrm>
          <a:prstGeom prst="chevron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71416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开新版本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以基线为蓝本拷贝一份
原版与旧版本原地不动</a:t>
            </a:r>
          </a:p>
        </p:txBody>
      </p:sp>
      <p:sp>
        <p:nvSpPr>
          <p:cNvPr id="15" name="Chevron 14"/>
          <p:cNvSpPr/>
          <p:nvPr/>
        </p:nvSpPr>
        <p:spPr>
          <a:xfrm>
            <a:off x="7644383" y="3401568"/>
            <a:ext cx="320040" cy="384048"/>
          </a:xfrm>
          <a:prstGeom prst="chevron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渲染对比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按类型选渲染模式
输出到 .mavis-compare/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10454335" cy="8229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539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6"/>
                </a:solidFill>
                <a:latin typeface="Microsoft YaHei"/>
              </a:rPr>
              <a:t>收尾固定给：版本链表格  +  每个改动文件一张对比图  +  改动摘要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