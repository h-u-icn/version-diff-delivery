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69080" cy="6858000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01583" y="0"/>
            <a:ext cx="45720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版本对比交付 Skill（修订版）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9D4E0"/>
                </a:solidFill>
                <a:latin typeface="Microsoft YaHei"/>
              </a:rPr>
              <a:t>改文件 · 留原版 · 出对比图 · 支持 PPT 与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E9EB0"/>
                </a:solidFill>
                <a:latin typeface="Microsoft YaHei"/>
              </a:rPr>
              <a:t>MiniMax Code / Mavis  ·  version-diff-delivery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目录 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2A3A"/>
                </a:solidFill>
                <a:latin typeface="Microsoft YaHei"/>
              </a:rPr>
              <a:t>它到底解决什么问题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29384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837943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保留原版，改动另存 _V1 / 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87751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1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代码改动 → 左右并排 diff 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46120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15467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图片改动 → 并排图 + 变更区域框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04487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8130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PPT / Word → 整份拼成一张接触印相表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92240" y="1005840"/>
          <a:ext cx="50292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版本</a:t>
                      </a:r>
                    </a:p>
                  </a:txBody>
                  <a:tcPr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改动内容</a:t>
                      </a:r>
                    </a:p>
                  </a:txBody>
                  <a:tcPr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交付形态</a:t>
                      </a:r>
                    </a:p>
                  </a:txBody>
                  <a:tcPr>
                    <a:solidFill>
                      <a:srgbClr val="1B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原始文件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不覆盖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V1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标题文案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并排 diff 图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新增常量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并排 diff 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V3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图片换色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橙框标注图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演进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2A3A"/>
                </a:solidFill>
                <a:latin typeface="Microsoft YaHei"/>
              </a:rPr>
              <a:t>每轮迭代都留痕，都可回看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063240"/>
            <a:ext cx="10424160" cy="54864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59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第一版流程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补图例</a:t>
            </a:r>
          </a:p>
        </p:txBody>
      </p:sp>
      <p:sp>
        <p:nvSpPr>
          <p:cNvPr id="12" name="Oval 11"/>
          <p:cNvSpPr/>
          <p:nvPr/>
        </p:nvSpPr>
        <p:spPr>
          <a:xfrm>
            <a:off x="534924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2026 Q1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加 PPT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2026 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加 Word</a:t>
            </a:r>
          </a:p>
        </p:txBody>
      </p:sp>
      <p:sp>
        <p:nvSpPr>
          <p:cNvPr id="18" name="Oval 17"/>
          <p:cNvSpPr/>
          <p:nvPr/>
        </p:nvSpPr>
        <p:spPr>
          <a:xfrm>
            <a:off x="964692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现在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公开可用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机制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2A3A"/>
                </a:solidFill>
                <a:latin typeface="Microsoft YaHei"/>
              </a:rPr>
              <a:t>三步走完一版迭代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394960" cy="329184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55080" y="1920240"/>
            <a:ext cx="53949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331720"/>
            <a:ext cx="274320" cy="274320"/>
          </a:xfrm>
          <a:prstGeom prst="ellipse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2860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查基线：脚本判定，不手算版本号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3200400"/>
            <a:ext cx="274320" cy="274320"/>
          </a:xfrm>
          <a:prstGeom prst="ellipse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31546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开新版本：原版字节不动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4069079"/>
            <a:ext cx="274320" cy="274320"/>
          </a:xfrm>
          <a:prstGeom prst="ellipse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渲染对比：图 + 汇总表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· 原版永远保留在原处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· 新版命名 _V1 / _V2 递增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069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· 对比图进 .mavis-compare/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mo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0"/>
            <a:ext cx="4876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71600"/>
            <a:ext cx="6035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9E2A25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效果一览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演示页：图与文同屏
用于验证图文混排页的还原度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小结 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四件被记住的事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原版不动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V0 永远是原始状态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版本递增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0632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_V1 / _V2 不覆盖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图先于话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931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对比图 + 汇总表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548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可复核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80059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哈希与页码随交付给出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