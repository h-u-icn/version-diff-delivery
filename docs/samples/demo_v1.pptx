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609844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0" y="0"/>
            <a:ext cx="50292" cy="6858000"/>
          </a:xfrm>
          <a:prstGeom prst="rect">
            <a:avLst/>
          </a:prstGeom>
          <a:solidFill>
            <a:srgbClr val="FD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E2A25"/>
                </a:solidFill>
                <a:latin typeface="Microsoft YaHei"/>
              </a:rPr>
              <a:t>MINIMAX CODE  ·  MAVIS 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852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icrosoft YaHei"/>
              </a:rPr>
              <a:t>版本对比交付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20440"/>
            <a:ext cx="1280160" cy="45720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22191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C9D4E0"/>
                </a:solidFill>
                <a:latin typeface="Microsoft YaHei"/>
              </a:rPr>
              <a:t>改文件 · 留原版 · 出对比图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617720"/>
            <a:ext cx="1298448" cy="402336"/>
          </a:xfrm>
          <a:prstGeom prst="rect">
            <a:avLst/>
          </a:prstGeom>
          <a:noFill/>
          <a:ln w="12700">
            <a:solidFill>
              <a:srgbClr val="46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1830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C9D4E0"/>
                </a:solidFill>
                <a:latin typeface="Microsoft YaHei"/>
              </a:rPr>
              <a:t>原版不动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4617720"/>
            <a:ext cx="1298448" cy="402336"/>
          </a:xfrm>
          <a:prstGeom prst="rect">
            <a:avLst/>
          </a:prstGeom>
          <a:noFill/>
          <a:ln w="12700">
            <a:solidFill>
              <a:srgbClr val="46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471830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C9D4E0"/>
                </a:solidFill>
                <a:latin typeface="Microsoft YaHei"/>
              </a:rPr>
              <a:t>递增版本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1336" y="4617720"/>
            <a:ext cx="1298448" cy="402336"/>
          </a:xfrm>
          <a:prstGeom prst="rect">
            <a:avLst/>
          </a:prstGeom>
          <a:noFill/>
          <a:ln w="12700">
            <a:solidFill>
              <a:srgbClr val="46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471830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C9D4E0"/>
                </a:solidFill>
                <a:latin typeface="Microsoft YaHei"/>
              </a:rPr>
              <a:t>可视对比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52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8699"/>
                </a:solidFill>
                <a:latin typeface="Microsoft YaHei"/>
              </a:rPr>
              <a:t>github.com/H-u-iCN/version-diff-delivery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2A25"/>
                </a:solidFill>
                <a:latin typeface="Microsoft YaHei"/>
              </a:rPr>
              <a:t>能力  / 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241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Microsoft YaHei"/>
              </a:rPr>
              <a:t>把「改了什么」变成看得见的产物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901952"/>
            <a:ext cx="1371600" cy="4114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5001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331720"/>
            <a:ext cx="54864" cy="157276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2715768"/>
            <a:ext cx="420624" cy="420624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816352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DF6E6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2679191"/>
            <a:ext cx="3538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2A3A"/>
                </a:solidFill>
                <a:latin typeface="Microsoft YaHei"/>
              </a:rPr>
              <a:t>原版不动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7672" y="3172968"/>
            <a:ext cx="3538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8692"/>
                </a:solidFill>
                <a:latin typeface="Microsoft YaHei"/>
              </a:rPr>
              <a:t>V0 永远留在原处，任何时候都能回到起点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2331720"/>
            <a:ext cx="5001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2331720"/>
            <a:ext cx="54864" cy="157276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420624" cy="420624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816352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DF6E6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679191"/>
            <a:ext cx="3538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2A3A"/>
                </a:solidFill>
                <a:latin typeface="Microsoft YaHei"/>
              </a:rPr>
              <a:t>递增版本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172968"/>
            <a:ext cx="3538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8692"/>
                </a:solidFill>
                <a:latin typeface="Microsoft YaHei"/>
              </a:rPr>
              <a:t>改动落在 _V1 / _V2，重名自动跳号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288536"/>
            <a:ext cx="5001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288536"/>
            <a:ext cx="54864" cy="157276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80160" y="4672583"/>
            <a:ext cx="420624" cy="420624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77316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DF6E6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7672" y="4636007"/>
            <a:ext cx="3538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2A3A"/>
                </a:solidFill>
                <a:latin typeface="Microsoft YaHei"/>
              </a:rPr>
              <a:t>对比图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7672" y="5129783"/>
            <a:ext cx="3538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8692"/>
                </a:solidFill>
                <a:latin typeface="Microsoft YaHei"/>
              </a:rPr>
              <a:t>代码 / 图片 / PPT / Word 各有对应的可视形式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4288536"/>
            <a:ext cx="500176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4288536"/>
            <a:ext cx="54864" cy="157276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39128" y="4672583"/>
            <a:ext cx="420624" cy="420624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477316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DF6E6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636007"/>
            <a:ext cx="3538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2A3A"/>
                </a:solidFill>
                <a:latin typeface="Microsoft YaHei"/>
              </a:rPr>
              <a:t>一行安装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129783"/>
            <a:ext cx="3538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8692"/>
                </a:solidFill>
                <a:latin typeface="Microsoft YaHei"/>
              </a:rPr>
              <a:t>git clone 进 skills 目录，下个会话即生效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E2A25"/>
                </a:solidFill>
                <a:latin typeface="Microsoft YaHei"/>
              </a:rPr>
              <a:t>流程  / 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241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3A"/>
                </a:solidFill>
                <a:latin typeface="Microsoft YaHei"/>
              </a:rPr>
              <a:t>一轮迭代，三个动作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901952"/>
            <a:ext cx="1371600" cy="41148"/>
          </a:xfrm>
          <a:prstGeom prst="rect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468880"/>
            <a:ext cx="3063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697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E2A25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35204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3A"/>
                </a:solidFill>
                <a:latin typeface="Microsoft YaHei"/>
              </a:rPr>
              <a:t>查基线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397763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7C8692"/>
                </a:solidFill>
                <a:latin typeface="Microsoft YaHei"/>
              </a:rPr>
              <a:t>脚本判定上一版是谁
下一版叫什么，不手算</a:t>
            </a:r>
          </a:p>
        </p:txBody>
      </p:sp>
      <p:sp>
        <p:nvSpPr>
          <p:cNvPr id="10" name="Chevron 9"/>
          <p:cNvSpPr/>
          <p:nvPr/>
        </p:nvSpPr>
        <p:spPr>
          <a:xfrm>
            <a:off x="4041648" y="3401568"/>
            <a:ext cx="320040" cy="384048"/>
          </a:xfrm>
          <a:prstGeom prst="chevron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71416" y="2468880"/>
            <a:ext cx="3063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2697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E2A25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35204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3A"/>
                </a:solidFill>
                <a:latin typeface="Microsoft YaHei"/>
              </a:rPr>
              <a:t>开新版本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397763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7C8692"/>
                </a:solidFill>
                <a:latin typeface="Microsoft YaHei"/>
              </a:rPr>
              <a:t>以基线为蓝本拷贝一份
原版与旧版本原地不动</a:t>
            </a:r>
          </a:p>
        </p:txBody>
      </p:sp>
      <p:sp>
        <p:nvSpPr>
          <p:cNvPr id="15" name="Chevron 14"/>
          <p:cNvSpPr/>
          <p:nvPr/>
        </p:nvSpPr>
        <p:spPr>
          <a:xfrm>
            <a:off x="7644383" y="3401568"/>
            <a:ext cx="320040" cy="384048"/>
          </a:xfrm>
          <a:prstGeom prst="chevron">
            <a:avLst/>
          </a:prstGeom>
          <a:solidFill>
            <a:srgbClr val="9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2468880"/>
            <a:ext cx="3063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697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E2A25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52044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3A"/>
                </a:solidFill>
                <a:latin typeface="Microsoft YaHei"/>
              </a:rPr>
              <a:t>渲染对比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7763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7C8692"/>
                </a:solidFill>
                <a:latin typeface="Microsoft YaHei"/>
              </a:rPr>
              <a:t>按类型选渲染模式
输出到 .mavis-compare/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074920"/>
            <a:ext cx="10454335" cy="822960"/>
          </a:xfrm>
          <a:prstGeom prst="rect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330952"/>
            <a:ext cx="9539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6"/>
                </a:solidFill>
                <a:latin typeface="Microsoft YaHei"/>
              </a:rPr>
              <a:t>收尾固定给：版本链表格  +  每个改动文件一张对比图  +  改动摘要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